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58" r:id="rId9"/>
    <p:sldId id="263" r:id="rId10"/>
    <p:sldId id="264" r:id="rId11"/>
    <p:sldId id="266" r:id="rId12"/>
    <p:sldId id="265" r:id="rId13"/>
    <p:sldId id="268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1C"/>
    <a:srgbClr val="FFBE5C"/>
    <a:srgbClr val="38D39F"/>
    <a:srgbClr val="59A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 Thakur" userId="3df2f7f572763f33" providerId="LiveId" clId="{A47C0FAE-C5DD-4370-9DC3-1BA172DF899B}"/>
    <pc:docChg chg="undo custSel addSld delSld modSld">
      <pc:chgData name="Pro Thakur" userId="3df2f7f572763f33" providerId="LiveId" clId="{A47C0FAE-C5DD-4370-9DC3-1BA172DF899B}" dt="2026-10-15T08:39:12.594" v="34" actId="1076"/>
      <pc:docMkLst>
        <pc:docMk/>
      </pc:docMkLst>
      <pc:sldChg chg="modSp mod">
        <pc:chgData name="Pro Thakur" userId="3df2f7f572763f33" providerId="LiveId" clId="{A47C0FAE-C5DD-4370-9DC3-1BA172DF899B}" dt="2026-10-15T07:08:40.008" v="23" actId="20577"/>
        <pc:sldMkLst>
          <pc:docMk/>
          <pc:sldMk cId="0" sldId="258"/>
        </pc:sldMkLst>
        <pc:spChg chg="mod">
          <ac:chgData name="Pro Thakur" userId="3df2f7f572763f33" providerId="LiveId" clId="{A47C0FAE-C5DD-4370-9DC3-1BA172DF899B}" dt="2026-10-15T07:08:40.008" v="23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Pro Thakur" userId="3df2f7f572763f33" providerId="LiveId" clId="{A47C0FAE-C5DD-4370-9DC3-1BA172DF899B}" dt="2026-10-15T08:39:12.594" v="34" actId="1076"/>
        <pc:sldMkLst>
          <pc:docMk/>
          <pc:sldMk cId="0" sldId="260"/>
        </pc:sldMkLst>
        <pc:spChg chg="mod">
          <ac:chgData name="Pro Thakur" userId="3df2f7f572763f33" providerId="LiveId" clId="{A47C0FAE-C5DD-4370-9DC3-1BA172DF899B}" dt="2026-10-15T08:38:54.676" v="31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ro Thakur" userId="3df2f7f572763f33" providerId="LiveId" clId="{A47C0FAE-C5DD-4370-9DC3-1BA172DF899B}" dt="2026-10-15T08:39:12.594" v="34" actId="1076"/>
          <ac:spMkLst>
            <pc:docMk/>
            <pc:sldMk cId="0" sldId="260"/>
            <ac:spMk id="36" creationId="{F5A4C216-56FF-91B0-2F53-568D41BAD5E4}"/>
          </ac:spMkLst>
        </pc:spChg>
      </pc:sldChg>
      <pc:sldChg chg="modSp mod">
        <pc:chgData name="Pro Thakur" userId="3df2f7f572763f33" providerId="LiveId" clId="{A47C0FAE-C5DD-4370-9DC3-1BA172DF899B}" dt="2026-10-15T06:52:27.315" v="5" actId="207"/>
        <pc:sldMkLst>
          <pc:docMk/>
          <pc:sldMk cId="0" sldId="261"/>
        </pc:sldMkLst>
        <pc:spChg chg="mod">
          <ac:chgData name="Pro Thakur" userId="3df2f7f572763f33" providerId="LiveId" clId="{A47C0FAE-C5DD-4370-9DC3-1BA172DF899B}" dt="2026-10-15T06:52:08.307" v="2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1:58.732" v="0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03.235" v="1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27.315" v="5" actId="20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15.774" v="3" actId="20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23.530" v="4" actId="207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Pro Thakur" userId="3df2f7f572763f33" providerId="LiveId" clId="{A47C0FAE-C5DD-4370-9DC3-1BA172DF899B}" dt="2026-10-15T06:54:00.539" v="11" actId="207"/>
        <pc:sldMkLst>
          <pc:docMk/>
          <pc:sldMk cId="0" sldId="262"/>
        </pc:sldMkLst>
        <pc:spChg chg="mod">
          <ac:chgData name="Pro Thakur" userId="3df2f7f572763f33" providerId="LiveId" clId="{A47C0FAE-C5DD-4370-9DC3-1BA172DF899B}" dt="2026-10-15T06:52:59.947" v="8" actId="207"/>
          <ac:spMkLst>
            <pc:docMk/>
            <pc:sldMk cId="0" sldId="262"/>
            <ac:spMk id="9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46.768" v="6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2:51.668" v="7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4:00.539" v="11" actId="20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3:48.188" v="9" actId="20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ro Thakur" userId="3df2f7f572763f33" providerId="LiveId" clId="{A47C0FAE-C5DD-4370-9DC3-1BA172DF899B}" dt="2026-10-15T06:53:54.512" v="10" actId="207"/>
          <ac:spMkLst>
            <pc:docMk/>
            <pc:sldMk cId="0" sldId="262"/>
            <ac:spMk id="23" creationId="{00000000-0000-0000-0000-000000000000}"/>
          </ac:spMkLst>
        </pc:spChg>
      </pc:sldChg>
      <pc:sldChg chg="add del">
        <pc:chgData name="Pro Thakur" userId="3df2f7f572763f33" providerId="LiveId" clId="{A47C0FAE-C5DD-4370-9DC3-1BA172DF899B}" dt="2026-10-15T07:08:28.809" v="16" actId="2890"/>
        <pc:sldMkLst>
          <pc:docMk/>
          <pc:sldMk cId="2541355242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02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39AA-B369-8AA4-3F23-EE925294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3B86F-34C3-40DE-6AA1-51B49A5F4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D6AC7-D5D2-B970-0EA1-4E3128503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BAB14-CC84-44F6-4A64-A7ACE81FF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9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A4FF-FA98-B122-226C-2E588ECD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2F4FE-A577-55E8-DD19-CFD49C6C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63BD4-9483-0BD7-BB61-6EE6CAD6A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3657-9C13-AAF7-305B-F322E2773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95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BCFC-87D9-AA30-DBF6-D4D66B2F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797A9-5652-808F-11DF-5F4E5E770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5B777-03E4-15E3-0381-B24613FA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5C579-9709-DA16-F9B3-BD4B76A82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4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572" y="2057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FitSync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589649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management Android app for members, trainers and admins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456571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62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456571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43332" y="2456571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624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43332" y="2456571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D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43532" y="2463605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62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9020" y="2463605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–Aryan – 70022400566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-Aarushi -70022400560</a:t>
            </a:r>
          </a:p>
          <a:p>
            <a:pPr marL="0" indent="0">
              <a:buNone/>
            </a:pPr>
            <a:r>
              <a:rPr lang="en-US" sz="1400" dirty="0"/>
              <a:t>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FBB0B1-DAC6-C9F7-B6CA-7936EDF6D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388" y="41002"/>
            <a:ext cx="1941341" cy="1563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FitSync digitises day-to-day gym operations in one Android app.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log workouts, check in and track membership.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build plans and follow member progress.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assign trainers, approve renewals and view reports.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12801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53212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87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4960" y="23774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8D3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4960" y="34747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532120" y="3474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E5C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D235F-1B17-BAF4-1CA4-9BC690E2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23FF6F-40FC-067C-BD0A-234948220A5D}"/>
              </a:ext>
            </a:extLst>
          </p:cNvPr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three workflows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294FF5-DE35-E459-1336-CB60EF78377C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91797C-3F0C-6D1B-5A6D-A1E711340293}"/>
              </a:ext>
            </a:extLst>
          </p:cNvPr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1CB663-FC53-84D5-BF7F-EDAB54CD26D1}"/>
              </a:ext>
            </a:extLst>
          </p:cNvPr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F484CC-954A-9756-0420-2F1DDD2375AD}"/>
              </a:ext>
            </a:extLst>
          </p:cNvPr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6F0662-F349-007C-772D-8589D1CAC99B}"/>
              </a:ext>
            </a:extLst>
          </p:cNvPr>
          <p:cNvSpPr txBox="1"/>
          <p:nvPr/>
        </p:nvSpPr>
        <p:spPr>
          <a:xfrm>
            <a:off x="13716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70D53F-446C-2F8F-B6F7-724DF103E161}"/>
              </a:ext>
            </a:extLst>
          </p:cNvPr>
          <p:cNvSpPr txBox="1"/>
          <p:nvPr/>
        </p:nvSpPr>
        <p:spPr>
          <a:xfrm>
            <a:off x="68580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personal workouts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and view attendance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membership, view trainers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6BBFF4-BF90-4471-3C99-3181966B5C8D}"/>
              </a:ext>
            </a:extLst>
          </p:cNvPr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01FF98-53A5-A1EC-9485-FD4169BE5A76}"/>
              </a:ext>
            </a:extLst>
          </p:cNvPr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155643-049B-D402-F08E-F1A2094F2269}"/>
              </a:ext>
            </a:extLst>
          </p:cNvPr>
          <p:cNvSpPr txBox="1"/>
          <p:nvPr/>
        </p:nvSpPr>
        <p:spPr>
          <a:xfrm>
            <a:off x="3474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DD31057-220A-3554-C9FB-5ACE043512F8}"/>
              </a:ext>
            </a:extLst>
          </p:cNvPr>
          <p:cNvSpPr txBox="1"/>
          <p:nvPr/>
        </p:nvSpPr>
        <p:spPr>
          <a:xfrm>
            <a:off x="416052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77037C-71BC-F334-D4C3-A1E18B742DCD}"/>
              </a:ext>
            </a:extLst>
          </p:cNvPr>
          <p:cNvSpPr txBox="1"/>
          <p:nvPr/>
        </p:nvSpPr>
        <p:spPr>
          <a:xfrm>
            <a:off x="347472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members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workout plans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member progress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868D36C-8AB9-6885-6246-2A9D4170AAC9}"/>
              </a:ext>
            </a:extLst>
          </p:cNvPr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4DA8D10-6CEA-BA07-43D2-C51FA0C178A0}"/>
              </a:ext>
            </a:extLst>
          </p:cNvPr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CE0402-2E05-F3EA-2AB0-0BCEEC679D98}"/>
              </a:ext>
            </a:extLst>
          </p:cNvPr>
          <p:cNvSpPr txBox="1"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7871D61-AB27-BAD8-9F09-29A24D4AC645}"/>
              </a:ext>
            </a:extLst>
          </p:cNvPr>
          <p:cNvSpPr txBox="1"/>
          <p:nvPr/>
        </p:nvSpPr>
        <p:spPr>
          <a:xfrm>
            <a:off x="69494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E62B5E-B165-CF27-14A5-0A3E5B508B0A}"/>
              </a:ext>
            </a:extLst>
          </p:cNvPr>
          <p:cNvSpPr txBox="1"/>
          <p:nvPr/>
        </p:nvSpPr>
        <p:spPr>
          <a:xfrm>
            <a:off x="626364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 and trainers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trainers to members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renewals, view reports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720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started: welcome, sign up, login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and role selection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 with the logo, then a role screen routing to the Member, Trainer or Admin dashboard.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384048" cy="384048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and role. Needs a valid @gmail.com or @nmims.in email and 8+ characters.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salted password hash, then opens the dashboard matching the user's role.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details are kept on the device so the user stays signed in until logout.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activities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greeting and shortcuts to every member feature.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</a:t>
            </a:r>
            <a:endParaRPr lang="en-US" sz="1600" dirty="0">
              <a:solidFill>
                <a:srgbClr val="59A0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290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exercises with sets, reps and weight; tick them off when done.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1732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versus total exercises at a glance.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600" dirty="0">
              <a:solidFill>
                <a:srgbClr val="59A0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008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check-in, visit count and last visit.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10896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plan, status and end date; request a renewal.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0E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6FDC8EB0-FB55-DE26-BC2F-CBA1D8798621}"/>
              </a:ext>
            </a:extLst>
          </p:cNvPr>
          <p:cNvSpPr/>
          <p:nvPr/>
        </p:nvSpPr>
        <p:spPr>
          <a:xfrm>
            <a:off x="6217920" y="3017520"/>
            <a:ext cx="384048" cy="384048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5A4C216-56FF-91B0-2F53-568D41BAD5E4}"/>
              </a:ext>
            </a:extLst>
          </p:cNvPr>
          <p:cNvSpPr txBox="1"/>
          <p:nvPr/>
        </p:nvSpPr>
        <p:spPr>
          <a:xfrm>
            <a:off x="6731742" y="1399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002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</a:t>
            </a:r>
            <a:endParaRPr lang="en-US" sz="1600" dirty="0">
              <a:solidFill>
                <a:srgbClr val="59A0FF"/>
              </a:solidFill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C98DD70C-1D5E-48B5-2AFA-13B134A759AA}"/>
              </a:ext>
            </a:extLst>
          </p:cNvPr>
          <p:cNvSpPr txBox="1"/>
          <p:nvPr/>
        </p:nvSpPr>
        <p:spPr>
          <a:xfrm>
            <a:off x="6217920" y="36019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trainers and see who is assigned to you.</a:t>
            </a:r>
            <a:endParaRPr lang="en-US" sz="16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A92A3A0B-6E45-9CEA-A588-8AA05FC07C5D}"/>
              </a:ext>
            </a:extLst>
          </p:cNvPr>
          <p:cNvSpPr txBox="1"/>
          <p:nvPr/>
        </p:nvSpPr>
        <p:spPr>
          <a:xfrm>
            <a:off x="6217920" y="30093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activities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dashboard</a:t>
            </a:r>
            <a:endParaRPr lang="en-US" sz="1600" dirty="0">
              <a:solidFill>
                <a:srgbClr val="38D39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with quick access to members, plans and progress.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63040"/>
            <a:ext cx="384048" cy="384048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63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members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members the admin has assigned to the trainer.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workout plan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assigned member and add exercises with sets and reps.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progress</a:t>
            </a:r>
            <a:endParaRPr lang="en-US" sz="1600" dirty="0">
              <a:solidFill>
                <a:srgbClr val="38D39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member's completed workouts.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activities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managing the gym.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</a:t>
            </a:r>
            <a:endParaRPr lang="en-US" sz="1600" dirty="0">
              <a:solidFill>
                <a:srgbClr val="FFBE5C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290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members and assign each one a trainer.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1732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trainers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registered trainers and their details.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</a:t>
            </a:r>
            <a:endParaRPr lang="en-US" sz="1600" dirty="0">
              <a:solidFill>
                <a:srgbClr val="FFBE5C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008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renewal requests.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108960"/>
            <a:ext cx="384048" cy="384048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reports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members, trainers, active memberships and today's check-ins.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Components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</a:t>
            </a:r>
            <a:r>
              <a:rPr lang="en-IN" sz="1400" dirty="0"/>
              <a:t>PasswordUtils.java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IN" sz="1400" dirty="0"/>
              <a:t>Used in SignupActivity.java (when creating an account) and LoginActivity.java (when logging in).</a:t>
            </a:r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38D3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Shared-Preferences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</a:t>
            </a:r>
            <a:r>
              <a:rPr lang="en-IN" sz="1400" dirty="0"/>
              <a:t>FitSyncSession.java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IN" sz="1400" dirty="0"/>
              <a:t>Keeps the user logged in across app restarts and routes them to the right dashboard.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FFBE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control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331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</a:t>
            </a:r>
            <a:r>
              <a:rPr lang="en-IN" sz="1200" dirty="0" err="1"/>
              <a:t>RoleSelectionActivity</a:t>
            </a:r>
            <a:r>
              <a:rPr lang="en-IN" sz="1200" dirty="0"/>
              <a:t>, </a:t>
            </a:r>
            <a:r>
              <a:rPr lang="en-IN" sz="1200" dirty="0" err="1"/>
              <a:t>MainActivity</a:t>
            </a:r>
            <a:r>
              <a:rPr lang="en-IN" sz="1200" dirty="0"/>
              <a:t> and the dashboards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IN" sz="1400" dirty="0"/>
              <a:t>Three separate user types, each with their own screens. This is a design pattern, not a library.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activities work together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trainer to a member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9748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D3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workout plan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7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exercises and checks 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9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progress and reports update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renewals follow the same loop: member requests, admin approves or rejects.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and security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database (6 tables)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trainer_assignments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workout_plans, workout_exercises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memberships, renewal_requests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80E1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validation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salted and hashed with PBKDF2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domain and password length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screens and account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users, plans and records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6C4636-C323-0DF3-3A16-440326D6C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3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4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DISPLAY WORKFLOW</a:t>
            </a:r>
            <a:endParaRPr lang="en-US" sz="3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9824F8-7E10-EBEA-C950-21A6B4E2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76" y="1188720"/>
            <a:ext cx="1568891" cy="3497580"/>
          </a:xfrm>
          <a:prstGeom prst="rect">
            <a:avLst/>
          </a:prstGeom>
          <a:solidFill>
            <a:srgbClr val="FFFFFF">
              <a:shade val="85000"/>
            </a:srgbClr>
          </a:solidFill>
          <a:ln w="9525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C4B69330-1079-E718-48ED-2EB9AC08A99D}"/>
              </a:ext>
            </a:extLst>
          </p:cNvPr>
          <p:cNvSpPr txBox="1"/>
          <p:nvPr/>
        </p:nvSpPr>
        <p:spPr>
          <a:xfrm>
            <a:off x="2321467" y="257175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A4A770-E841-5BA7-A6D3-DFDF8FA98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787" y="1188721"/>
            <a:ext cx="1591713" cy="34975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8377DD83-4F29-5B0D-58BF-EC27B5783E7E}"/>
              </a:ext>
            </a:extLst>
          </p:cNvPr>
          <p:cNvSpPr txBox="1"/>
          <p:nvPr/>
        </p:nvSpPr>
        <p:spPr>
          <a:xfrm>
            <a:off x="4187500" y="257175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C7FFBF-7DA3-3E40-D4D2-5AB0BDEA5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820" y="1188721"/>
            <a:ext cx="1558658" cy="349758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48B4B3-5521-7757-8D82-E43552ADB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766" y="1188720"/>
            <a:ext cx="1585294" cy="349758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B6DF33EC-AF1C-3C6A-E6FD-398488E227BF}"/>
              </a:ext>
            </a:extLst>
          </p:cNvPr>
          <p:cNvSpPr txBox="1"/>
          <p:nvPr/>
        </p:nvSpPr>
        <p:spPr>
          <a:xfrm>
            <a:off x="6020478" y="257175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7E7B6-1C99-F2B2-D5B2-382525B0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54F246-177C-313D-C7DD-7FA89552D85F}"/>
              </a:ext>
            </a:extLst>
          </p:cNvPr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DISPLAY WORKFLOW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8E56D-6C27-CFD6-ED6E-3632A40D1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33" y="1188721"/>
            <a:ext cx="1590566" cy="349758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45F4AE-825A-AFD0-55F4-8AD1377BB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061" y="1188721"/>
            <a:ext cx="1580757" cy="3497579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C7D3DE-A440-EBF6-9004-20A6D55EC114}"/>
              </a:ext>
            </a:extLst>
          </p:cNvPr>
          <p:cNvCxnSpPr/>
          <p:nvPr/>
        </p:nvCxnSpPr>
        <p:spPr>
          <a:xfrm>
            <a:off x="2433711" y="1132449"/>
            <a:ext cx="0" cy="36857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B100949-EBBA-9229-25A9-612C7DD59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820" y="1132448"/>
            <a:ext cx="1592228" cy="3553852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FEECDB-01EB-C200-9839-F71ED0C3CA48}"/>
              </a:ext>
            </a:extLst>
          </p:cNvPr>
          <p:cNvCxnSpPr/>
          <p:nvPr/>
        </p:nvCxnSpPr>
        <p:spPr>
          <a:xfrm>
            <a:off x="4288301" y="1132448"/>
            <a:ext cx="0" cy="36857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227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02F19-4D29-8CB6-0577-E5276715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452D1BE-6CBA-F600-FAE2-F850B8231375}"/>
              </a:ext>
            </a:extLst>
          </p:cNvPr>
          <p:cNvSpPr/>
          <p:nvPr/>
        </p:nvSpPr>
        <p:spPr>
          <a:xfrm>
            <a:off x="531138" y="531935"/>
            <a:ext cx="2514600" cy="2377440"/>
          </a:xfrm>
          <a:prstGeom prst="roundRect">
            <a:avLst>
              <a:gd name="adj" fmla="val 384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6ED611-3229-242B-E42D-D1458294D0DD}"/>
              </a:ext>
            </a:extLst>
          </p:cNvPr>
          <p:cNvSpPr/>
          <p:nvPr/>
        </p:nvSpPr>
        <p:spPr>
          <a:xfrm>
            <a:off x="3228618" y="531935"/>
            <a:ext cx="2514600" cy="2377440"/>
          </a:xfrm>
          <a:prstGeom prst="roundRect">
            <a:avLst>
              <a:gd name="adj" fmla="val 3846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E61A84-C0E3-3881-123C-E40753BDFA75}"/>
              </a:ext>
            </a:extLst>
          </p:cNvPr>
          <p:cNvSpPr/>
          <p:nvPr/>
        </p:nvSpPr>
        <p:spPr>
          <a:xfrm>
            <a:off x="5926098" y="531935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0206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DED4AD-4BBA-65DD-740D-4DD64804373A}"/>
              </a:ext>
            </a:extLst>
          </p:cNvPr>
          <p:cNvSpPr txBox="1"/>
          <p:nvPr/>
        </p:nvSpPr>
        <p:spPr>
          <a:xfrm>
            <a:off x="3465058" y="3641911"/>
            <a:ext cx="2213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C52367-549E-649A-6DD9-CE64DF09871D}"/>
              </a:ext>
            </a:extLst>
          </p:cNvPr>
          <p:cNvSpPr/>
          <p:nvPr/>
        </p:nvSpPr>
        <p:spPr>
          <a:xfrm>
            <a:off x="968854" y="1272989"/>
            <a:ext cx="16391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978984-8C61-53B6-8B3B-4AEA2F6FA4C3}"/>
              </a:ext>
            </a:extLst>
          </p:cNvPr>
          <p:cNvSpPr/>
          <p:nvPr/>
        </p:nvSpPr>
        <p:spPr>
          <a:xfrm>
            <a:off x="3836894" y="1272989"/>
            <a:ext cx="12980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9C8C3-5B17-8B41-DC36-995B2C8B1300}"/>
              </a:ext>
            </a:extLst>
          </p:cNvPr>
          <p:cNvSpPr/>
          <p:nvPr/>
        </p:nvSpPr>
        <p:spPr>
          <a:xfrm>
            <a:off x="6012180" y="1258990"/>
            <a:ext cx="23424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2336310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634</Words>
  <Application>Microsoft Office PowerPoint</Application>
  <PresentationFormat>On-screen Show (16:9)</PresentationFormat>
  <Paragraphs>163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FitSync - Gym Management App</dc:title>
  <dc:subject>PptxGenJS Presentation</dc:subject>
  <dc:creator>PptxGenJS</dc:creator>
  <cp:lastModifiedBy>Pro Thakur</cp:lastModifiedBy>
  <cp:revision>6</cp:revision>
  <dcterms:created xsi:type="dcterms:W3CDTF">2026-10-15T05:14:45Z</dcterms:created>
  <dcterms:modified xsi:type="dcterms:W3CDTF">2026-10-15T08:39:13Z</dcterms:modified>
</cp:coreProperties>
</file>